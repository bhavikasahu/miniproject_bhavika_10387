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0693400" cy="7556500"/>
  <p:notesSz cx="6858000" cy="9144000"/>
  <p:embeddedFontLst>
    <p:embeddedFont>
      <p:font typeface="Canva Sans Bold" charset="1" panose="020B08030305010401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02586"/>
            <a:ext cx="10693403" cy="5951325"/>
          </a:xfrm>
          <a:custGeom>
            <a:avLst/>
            <a:gdLst/>
            <a:ahLst/>
            <a:cxnLst/>
            <a:rect r="r" b="b" t="t" l="l"/>
            <a:pathLst>
              <a:path h="5951325" w="10693403">
                <a:moveTo>
                  <a:pt x="0" y="0"/>
                </a:moveTo>
                <a:lnTo>
                  <a:pt x="10693403" y="0"/>
                </a:lnTo>
                <a:lnTo>
                  <a:pt x="10693403" y="5951325"/>
                </a:lnTo>
                <a:lnTo>
                  <a:pt x="0" y="59513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0141" y="5625844"/>
            <a:ext cx="2786162" cy="8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72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 Bhavika Sahu</a:t>
            </a:r>
          </a:p>
          <a:p>
            <a:pPr algn="l">
              <a:lnSpc>
                <a:spcPts val="2416"/>
              </a:lnSpc>
            </a:pPr>
            <a:r>
              <a:rPr lang="en-US" sz="172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Erp Id: RU-25-10387</a:t>
            </a:r>
          </a:p>
          <a:p>
            <a:pPr algn="l">
              <a:lnSpc>
                <a:spcPts val="2416"/>
              </a:lnSpc>
            </a:pPr>
            <a:r>
              <a:rPr lang="en-US" sz="172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B.Tech CSE(AI/ML)-IBM(A)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01691"/>
            <a:ext cx="10693403" cy="5953115"/>
          </a:xfrm>
          <a:custGeom>
            <a:avLst/>
            <a:gdLst/>
            <a:ahLst/>
            <a:cxnLst/>
            <a:rect r="r" b="b" t="t" l="l"/>
            <a:pathLst>
              <a:path h="5953115" w="10693403">
                <a:moveTo>
                  <a:pt x="0" y="0"/>
                </a:moveTo>
                <a:lnTo>
                  <a:pt x="10693403" y="0"/>
                </a:lnTo>
                <a:lnTo>
                  <a:pt x="10693403" y="5953115"/>
                </a:lnTo>
                <a:lnTo>
                  <a:pt x="0" y="59531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15788"/>
            <a:ext cx="10693403" cy="5924931"/>
          </a:xfrm>
          <a:custGeom>
            <a:avLst/>
            <a:gdLst/>
            <a:ahLst/>
            <a:cxnLst/>
            <a:rect r="r" b="b" t="t" l="l"/>
            <a:pathLst>
              <a:path h="5924931" w="10693403">
                <a:moveTo>
                  <a:pt x="0" y="0"/>
                </a:moveTo>
                <a:lnTo>
                  <a:pt x="10693403" y="0"/>
                </a:lnTo>
                <a:lnTo>
                  <a:pt x="10693403" y="5924931"/>
                </a:lnTo>
                <a:lnTo>
                  <a:pt x="0" y="5924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89927"/>
            <a:ext cx="10693403" cy="5976642"/>
          </a:xfrm>
          <a:custGeom>
            <a:avLst/>
            <a:gdLst/>
            <a:ahLst/>
            <a:cxnLst/>
            <a:rect r="r" b="b" t="t" l="l"/>
            <a:pathLst>
              <a:path h="5976642" w="10693403">
                <a:moveTo>
                  <a:pt x="0" y="0"/>
                </a:moveTo>
                <a:lnTo>
                  <a:pt x="10693403" y="0"/>
                </a:lnTo>
                <a:lnTo>
                  <a:pt x="10693403" y="5976643"/>
                </a:lnTo>
                <a:lnTo>
                  <a:pt x="0" y="5976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87251"/>
            <a:ext cx="10693403" cy="5981995"/>
          </a:xfrm>
          <a:custGeom>
            <a:avLst/>
            <a:gdLst/>
            <a:ahLst/>
            <a:cxnLst/>
            <a:rect r="r" b="b" t="t" l="l"/>
            <a:pathLst>
              <a:path h="5981995" w="10693403">
                <a:moveTo>
                  <a:pt x="0" y="0"/>
                </a:moveTo>
                <a:lnTo>
                  <a:pt x="10693403" y="0"/>
                </a:lnTo>
                <a:lnTo>
                  <a:pt x="10693403" y="5981995"/>
                </a:lnTo>
                <a:lnTo>
                  <a:pt x="0" y="59819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15302"/>
            <a:ext cx="10693403" cy="5925893"/>
          </a:xfrm>
          <a:custGeom>
            <a:avLst/>
            <a:gdLst/>
            <a:ahLst/>
            <a:cxnLst/>
            <a:rect r="r" b="b" t="t" l="l"/>
            <a:pathLst>
              <a:path h="5925893" w="10693403">
                <a:moveTo>
                  <a:pt x="0" y="0"/>
                </a:moveTo>
                <a:lnTo>
                  <a:pt x="10693403" y="0"/>
                </a:lnTo>
                <a:lnTo>
                  <a:pt x="10693403" y="5925893"/>
                </a:lnTo>
                <a:lnTo>
                  <a:pt x="0" y="59258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06110"/>
            <a:ext cx="10693403" cy="5944276"/>
          </a:xfrm>
          <a:custGeom>
            <a:avLst/>
            <a:gdLst/>
            <a:ahLst/>
            <a:cxnLst/>
            <a:rect r="r" b="b" t="t" l="l"/>
            <a:pathLst>
              <a:path h="5944276" w="10693403">
                <a:moveTo>
                  <a:pt x="0" y="0"/>
                </a:moveTo>
                <a:lnTo>
                  <a:pt x="10693403" y="0"/>
                </a:lnTo>
                <a:lnTo>
                  <a:pt x="10693403" y="5944277"/>
                </a:lnTo>
                <a:lnTo>
                  <a:pt x="0" y="59442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35009"/>
            <a:ext cx="10693403" cy="5886488"/>
          </a:xfrm>
          <a:custGeom>
            <a:avLst/>
            <a:gdLst/>
            <a:ahLst/>
            <a:cxnLst/>
            <a:rect r="r" b="b" t="t" l="l"/>
            <a:pathLst>
              <a:path h="5886488" w="10693403">
                <a:moveTo>
                  <a:pt x="0" y="0"/>
                </a:moveTo>
                <a:lnTo>
                  <a:pt x="10693403" y="0"/>
                </a:lnTo>
                <a:lnTo>
                  <a:pt x="10693403" y="5886488"/>
                </a:lnTo>
                <a:lnTo>
                  <a:pt x="0" y="5886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DAG9V5pxJp0</dc:identifier>
  <dcterms:modified xsi:type="dcterms:W3CDTF">2011-08-01T06:04:30Z</dcterms:modified>
  <cp:revision>1</cp:revision>
  <dc:title>MiniProjectPPT.pdf</dc:title>
</cp:coreProperties>
</file>